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6B349-B88E-4527-8782-E75B08ECE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2A3174-EF92-41EC-9E87-9B7A5296A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1A7ED8-3E96-4D62-9891-BA00C85D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17B7E-E326-401D-AF00-B0637A18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572CF-1C5B-4F4E-A480-5ADF2E77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055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82E45-3B4E-420F-B1D3-067ED6C7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EEB20F-4A36-4EF8-BA06-828783DAE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3C9BBD-D37D-4045-AD41-1D5371113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B2E4E-7C09-4C65-9052-87D5759E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32045-6DE1-4A77-8A4E-8AD6A698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71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2E900-5BF0-404C-95B8-379ED266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DE9E1F-8E30-4191-87D3-0401D64A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384883-AB6C-4516-8AB6-AE64BD2A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F47613-9105-42C3-A06D-03E6B8ED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43F10B-16A5-4A87-B382-E93DA8B6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48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82E8E-E4F2-4F51-8C6B-F82AF0A4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9D460-21C5-4BBF-8764-A738A85F5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BE08CB-FCF1-4353-AC35-63A79DC21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44F897-1675-42B3-BAB2-08899702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101578-B7AB-4390-9DBE-DC10E9A9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61841C-914E-429A-A05B-6C5A9F66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6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A89E6-E3E1-4DD9-BC85-1D1A8E207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5E701A-DADA-4C47-9846-0B8BB4A28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4AC3C3-0120-4D22-BFD1-7D8A837E9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6E9C1A-53BA-46ED-9289-965A35EBB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56A50C-3F86-4DA5-9B82-E806AB382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9D69DF-54CC-4990-AE9D-5AE0F2AA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EA14F4-3B6E-44BE-8BFA-699BAF07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AE9A6A-8ADA-45E9-A142-0F677194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1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1C5A9-F4B6-4FE5-A512-44ABA226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9B7155-B1DD-4048-93E8-B7790B8C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9B9740-9C2B-4D3C-9FE8-337DE42B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C92372-6FC4-4127-BFCE-04656FFB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21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E4529D-2752-436C-9045-B2248853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C02B2E-8D57-433A-8A0F-A6DC4996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7148CE-50EA-4AF4-A1C2-C00FA6E5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61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E6402-CB31-45E2-A09A-97D6AF81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406B93-4DA4-4225-B1FD-A5AAB197E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04A65B-1FAD-4F34-AEB3-36FB2B90F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FB556C-CAB7-431A-BB1D-7CC926C91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FE8E30-AA41-40CA-A421-85F23D56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D90EEE-F66F-4C6E-A1F8-75A3EE848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05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1286C-C305-466E-912E-88AD93B01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1DBBA3-994C-4245-AE15-0CF664656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656030-134E-47A7-9F34-4F0C41597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EC7FCB-0777-47D3-812E-666A0FFC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1083E9-0987-4FB5-8134-0830D8AE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D3F277-D8DE-4923-A67B-B7B40D6F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07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5B448-452D-48B5-9955-7B676E94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C4F00D-0B28-47DE-B3D9-5B840DF09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F6DD7E-9DA9-42E1-9AFE-F5F87ED87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C6D1C7-49F2-41F7-81DE-49A5C37A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1A557C-5467-4147-A557-210192A9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813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C7F4B2-0914-40B3-9C9D-71F73B2D8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6E765C-76E2-4217-A0BF-F88F44020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004781-B87F-46F1-A2C3-25503823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E085FB-F9AE-4930-A23D-E0EC3A64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BDF665-2115-4E14-8E3C-B3200166E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46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53235B-B98D-4462-BFE6-27D470189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6C0EB9-1EB8-4BDB-A8E7-75387FCBD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0BDE0E-03B7-493A-A08C-8A2D76324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95FEC-6C9D-483C-BD1C-8A1F1D48E44A}" type="datetimeFigureOut">
              <a:rPr lang="zh-CN" altLang="en-US" smtClean="0"/>
              <a:t>2021/7/5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3D6322-184E-4D26-A171-A555906CA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353148-CE8F-41C3-9332-0FB35246D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0FCC4-9918-40FC-A4EC-09FDB64520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20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DC142FA-80AC-4008-A843-DBF7F09BDFD5}"/>
              </a:ext>
            </a:extLst>
          </p:cNvPr>
          <p:cNvSpPr/>
          <p:nvPr/>
        </p:nvSpPr>
        <p:spPr>
          <a:xfrm>
            <a:off x="1540194" y="2604688"/>
            <a:ext cx="2426690" cy="738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class </a:t>
            </a:r>
            <a:r>
              <a:rPr lang="en-US" altLang="zh-CN" err="1"/>
              <a:t>MainWindow</a:t>
            </a: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0592C4-2763-410F-A944-215E7DD7208D}"/>
              </a:ext>
            </a:extLst>
          </p:cNvPr>
          <p:cNvSpPr/>
          <p:nvPr/>
        </p:nvSpPr>
        <p:spPr>
          <a:xfrm>
            <a:off x="1540193" y="775886"/>
            <a:ext cx="2426690" cy="738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class </a:t>
            </a:r>
            <a:r>
              <a:rPr lang="en-US" altLang="zh-CN" err="1"/>
              <a:t>QMainWindow</a:t>
            </a:r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6A961F5-36AD-45CC-8DD3-95E0E982956A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2753538" y="1514820"/>
            <a:ext cx="1" cy="1089868"/>
          </a:xfrm>
          <a:prstGeom prst="straightConnector1">
            <a:avLst/>
          </a:prstGeom>
          <a:ln w="444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70866B7-4A12-4931-90C7-D926D7EF05B4}"/>
              </a:ext>
            </a:extLst>
          </p:cNvPr>
          <p:cNvSpPr/>
          <p:nvPr/>
        </p:nvSpPr>
        <p:spPr>
          <a:xfrm>
            <a:off x="6824888" y="2604688"/>
            <a:ext cx="2426690" cy="738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class </a:t>
            </a:r>
            <a:r>
              <a:rPr lang="en-US" altLang="zh-CN" err="1"/>
              <a:t>SubText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CD8665-B18B-47DE-A8DB-358D88CAE23F}"/>
              </a:ext>
            </a:extLst>
          </p:cNvPr>
          <p:cNvSpPr/>
          <p:nvPr/>
        </p:nvSpPr>
        <p:spPr>
          <a:xfrm>
            <a:off x="6824887" y="775886"/>
            <a:ext cx="2426690" cy="738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class </a:t>
            </a:r>
            <a:r>
              <a:rPr lang="en-US" altLang="zh-CN" err="1"/>
              <a:t>QPlainTextEdit</a:t>
            </a:r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2C00177-D370-49B7-8B1D-624229CE4985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8038232" y="1514820"/>
            <a:ext cx="1" cy="1089868"/>
          </a:xfrm>
          <a:prstGeom prst="straightConnector1">
            <a:avLst/>
          </a:prstGeom>
          <a:ln w="444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65BE9D8-54E9-46AD-BDAC-A1B5ACCCD264}"/>
              </a:ext>
            </a:extLst>
          </p:cNvPr>
          <p:cNvGrpSpPr/>
          <p:nvPr/>
        </p:nvGrpSpPr>
        <p:grpSpPr>
          <a:xfrm>
            <a:off x="2543337" y="4948209"/>
            <a:ext cx="5494895" cy="1421245"/>
            <a:chOff x="2543337" y="3980025"/>
            <a:chExt cx="5494895" cy="1421245"/>
          </a:xfrm>
        </p:grpSpPr>
        <p:sp>
          <p:nvSpPr>
            <p:cNvPr id="31" name="弧形 30">
              <a:extLst>
                <a:ext uri="{FF2B5EF4-FFF2-40B4-BE49-F238E27FC236}">
                  <a16:creationId xmlns:a16="http://schemas.microsoft.com/office/drawing/2014/main" id="{02AD1CC9-AA7A-4DE8-9A34-F9A0382ADD05}"/>
                </a:ext>
              </a:extLst>
            </p:cNvPr>
            <p:cNvSpPr/>
            <p:nvPr/>
          </p:nvSpPr>
          <p:spPr>
            <a:xfrm rot="10800000">
              <a:off x="2543337" y="3980025"/>
              <a:ext cx="5494895" cy="986289"/>
            </a:xfrm>
            <a:prstGeom prst="arc">
              <a:avLst>
                <a:gd name="adj1" fmla="val 10713652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D7972B1-2AB8-4C9A-B25B-FDF5E39FA577}"/>
                </a:ext>
              </a:extLst>
            </p:cNvPr>
            <p:cNvSpPr txBox="1"/>
            <p:nvPr/>
          </p:nvSpPr>
          <p:spPr>
            <a:xfrm>
              <a:off x="4497939" y="5031938"/>
              <a:ext cx="1640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MDI Area</a:t>
              </a:r>
              <a:r>
                <a:rPr lang="zh-CN" altLang="en-US" b="1"/>
                <a:t>容器</a:t>
              </a: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1FA7FD98-4F56-4F68-BEC1-ED6D4DF745A4}"/>
              </a:ext>
            </a:extLst>
          </p:cNvPr>
          <p:cNvSpPr/>
          <p:nvPr/>
        </p:nvSpPr>
        <p:spPr>
          <a:xfrm>
            <a:off x="1540192" y="4545931"/>
            <a:ext cx="2265325" cy="738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MainWindow</a:t>
            </a:r>
            <a:r>
              <a:rPr lang="zh-CN" altLang="en-US"/>
              <a:t>的对象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86964F-0C54-4F5E-AB08-97188E677193}"/>
              </a:ext>
            </a:extLst>
          </p:cNvPr>
          <p:cNvSpPr/>
          <p:nvPr/>
        </p:nvSpPr>
        <p:spPr>
          <a:xfrm>
            <a:off x="7486903" y="3926538"/>
            <a:ext cx="1102657" cy="738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SubText</a:t>
            </a:r>
            <a:r>
              <a:rPr lang="zh-CN" altLang="en-US"/>
              <a:t>的对象</a:t>
            </a:r>
            <a:r>
              <a:rPr lang="en-US" altLang="zh-CN"/>
              <a:t>1 </a:t>
            </a:r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B857765-2EC2-4C2D-A506-82CEECB7508A}"/>
              </a:ext>
            </a:extLst>
          </p:cNvPr>
          <p:cNvCxnSpPr>
            <a:cxnSpLocks/>
          </p:cNvCxnSpPr>
          <p:nvPr/>
        </p:nvCxnSpPr>
        <p:spPr>
          <a:xfrm>
            <a:off x="2693529" y="3381604"/>
            <a:ext cx="1" cy="1089868"/>
          </a:xfrm>
          <a:prstGeom prst="straightConnector1">
            <a:avLst/>
          </a:prstGeom>
          <a:ln w="444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B1FB6DF8-2B04-4BBE-9D0B-84D912858BE4}"/>
              </a:ext>
            </a:extLst>
          </p:cNvPr>
          <p:cNvSpPr/>
          <p:nvPr/>
        </p:nvSpPr>
        <p:spPr>
          <a:xfrm>
            <a:off x="8741599" y="4702420"/>
            <a:ext cx="1102657" cy="738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SubText</a:t>
            </a:r>
            <a:r>
              <a:rPr lang="zh-CN" altLang="en-US"/>
              <a:t>的对象</a:t>
            </a:r>
            <a:r>
              <a:rPr lang="en-US" altLang="zh-CN"/>
              <a:t>n </a:t>
            </a:r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232901F-1871-4C9E-8D3C-D31FDFDB8D9E}"/>
              </a:ext>
            </a:extLst>
          </p:cNvPr>
          <p:cNvSpPr/>
          <p:nvPr/>
        </p:nvSpPr>
        <p:spPr>
          <a:xfrm>
            <a:off x="6273558" y="4703243"/>
            <a:ext cx="1102657" cy="738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SubText</a:t>
            </a:r>
            <a:r>
              <a:rPr lang="zh-CN" altLang="en-US"/>
              <a:t>的对象</a:t>
            </a:r>
            <a:r>
              <a:rPr lang="en-US" altLang="zh-CN"/>
              <a:t>2 </a:t>
            </a:r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C43C475-AF78-4F0B-9057-8B2E70176B90}"/>
              </a:ext>
            </a:extLst>
          </p:cNvPr>
          <p:cNvSpPr/>
          <p:nvPr/>
        </p:nvSpPr>
        <p:spPr>
          <a:xfrm>
            <a:off x="7465865" y="4702420"/>
            <a:ext cx="1102657" cy="7389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SubText</a:t>
            </a:r>
            <a:r>
              <a:rPr lang="zh-CN" altLang="en-US"/>
              <a:t>的对象</a:t>
            </a:r>
            <a:r>
              <a:rPr lang="en-US" altLang="zh-CN"/>
              <a:t>3 </a:t>
            </a:r>
            <a:endParaRPr lang="zh-CN" altLang="en-US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6637686-75E2-4F12-8EA8-5F45FC233E0C}"/>
              </a:ext>
            </a:extLst>
          </p:cNvPr>
          <p:cNvCxnSpPr>
            <a:stCxn id="41" idx="3"/>
            <a:endCxn id="39" idx="1"/>
          </p:cNvCxnSpPr>
          <p:nvPr/>
        </p:nvCxnSpPr>
        <p:spPr>
          <a:xfrm>
            <a:off x="8568522" y="5071887"/>
            <a:ext cx="173077" cy="0"/>
          </a:xfrm>
          <a:prstGeom prst="line">
            <a:avLst/>
          </a:prstGeom>
          <a:ln w="3492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9AD686A-5D7A-41C9-B96C-19304EF56479}"/>
              </a:ext>
            </a:extLst>
          </p:cNvPr>
          <p:cNvCxnSpPr>
            <a:cxnSpLocks/>
            <a:stCxn id="8" idx="2"/>
            <a:endCxn id="37" idx="0"/>
          </p:cNvCxnSpPr>
          <p:nvPr/>
        </p:nvCxnSpPr>
        <p:spPr>
          <a:xfrm flipH="1">
            <a:off x="8038232" y="3343622"/>
            <a:ext cx="1" cy="582916"/>
          </a:xfrm>
          <a:prstGeom prst="straightConnector1">
            <a:avLst/>
          </a:prstGeom>
          <a:ln w="444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10A71A7-6582-4153-A926-30B33EB9E749}"/>
              </a:ext>
            </a:extLst>
          </p:cNvPr>
          <p:cNvSpPr txBox="1"/>
          <p:nvPr/>
        </p:nvSpPr>
        <p:spPr>
          <a:xfrm>
            <a:off x="2944906" y="20597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派生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05FE924-5F4C-4251-A9EA-36782C23D7F9}"/>
              </a:ext>
            </a:extLst>
          </p:cNvPr>
          <p:cNvSpPr txBox="1"/>
          <p:nvPr/>
        </p:nvSpPr>
        <p:spPr>
          <a:xfrm>
            <a:off x="8418433" y="20597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派生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581BE86-9585-4435-903F-61D2F10851B7}"/>
              </a:ext>
            </a:extLst>
          </p:cNvPr>
          <p:cNvSpPr txBox="1"/>
          <p:nvPr/>
        </p:nvSpPr>
        <p:spPr>
          <a:xfrm>
            <a:off x="2921693" y="36471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实例化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876BE5A-D04B-4B70-86E3-5FC18F4CC078}"/>
              </a:ext>
            </a:extLst>
          </p:cNvPr>
          <p:cNvSpPr txBox="1"/>
          <p:nvPr/>
        </p:nvSpPr>
        <p:spPr>
          <a:xfrm>
            <a:off x="8321740" y="351437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实例化</a:t>
            </a:r>
          </a:p>
        </p:txBody>
      </p:sp>
    </p:spTree>
    <p:extLst>
      <p:ext uri="{BB962C8B-B14F-4D97-AF65-F5344CB8AC3E}">
        <p14:creationId xmlns:p14="http://schemas.microsoft.com/office/powerpoint/2010/main" val="338206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34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WYF</dc:creator>
  <cp:lastModifiedBy>WYF</cp:lastModifiedBy>
  <cp:revision>4</cp:revision>
  <dcterms:created xsi:type="dcterms:W3CDTF">2021-07-04T18:32:06Z</dcterms:created>
  <dcterms:modified xsi:type="dcterms:W3CDTF">2021-07-04T19:06:58Z</dcterms:modified>
</cp:coreProperties>
</file>